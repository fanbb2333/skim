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822960" cy="347472"/>
          </a:xfrm>
          <a:prstGeom prst="roundRect">
            <a:avLst>
              <a:gd name="adj" fmla="val 47368"/>
            </a:avLst>
          </a:prstGeom>
          <a:solidFill>
            <a:srgbClr val="A9B9A4">
              <a:alpha val="65000"/>
            </a:srgbClr>
          </a:solidFill>
          <a:ln w="12700">
            <a:solidFill>
              <a:srgbClr val="A9B9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943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28016" cy="128016"/>
          </a:xfrm>
          <a:prstGeom prst="ellipse">
            <a:avLst/>
          </a:prstGeom>
          <a:solidFill>
            <a:srgbClr val="A9B9A4"/>
          </a:solidFill>
          <a:ln w="12700">
            <a:solidFill>
              <a:srgbClr val="A9B9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325880"/>
            <a:ext cx="128016" cy="128016"/>
          </a:xfrm>
          <a:prstGeom prst="ellipse">
            <a:avLst/>
          </a:prstGeom>
          <a:solidFill>
            <a:srgbClr val="95A8B5"/>
          </a:solidFill>
          <a:ln w="12700">
            <a:solidFill>
              <a:srgbClr val="95A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325880"/>
            <a:ext cx="128016" cy="128016"/>
          </a:xfrm>
          <a:prstGeom prst="ellipse">
            <a:avLst/>
          </a:prstGeom>
          <a:solidFill>
            <a:srgbClr val="C9A292"/>
          </a:solidFill>
          <a:ln w="12700">
            <a:solidFill>
              <a:srgbClr val="C9A29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0" b="1" dirty="0">
                <a:solidFill>
                  <a:srgbClr val="F3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skim</a:t>
            </a:r>
            <a:endParaRPr lang="en-US" sz="140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9B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编程代理，共享同一套技能库。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4434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B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version manager · 技能版本管理器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217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69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github.com/FanBB2333/skim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362895" y="6217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9A9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 题   ·   T H E   P R O B L E 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你的技能，到处都是。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有自己的 skills 目录，Codex 有另一个，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 把提示塞进一个 Markdown，Qoder 又是另一套。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一个技能，你复制了五遍，却说不清哪一份是最新的。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949440" y="2057400"/>
            <a:ext cx="2240280" cy="1097280"/>
          </a:xfrm>
          <a:prstGeom prst="roundRect">
            <a:avLst>
              <a:gd name="adj" fmla="val 10000"/>
            </a:avLst>
          </a:prstGeom>
          <a:solidFill>
            <a:srgbClr val="FFFBF2"/>
          </a:solidFill>
          <a:ln w="9525">
            <a:solidFill>
              <a:srgbClr val="D9D1B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78040" y="23134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A9B9A4">
              <a:alpha val="55000"/>
            </a:srgbClr>
          </a:solidFill>
          <a:ln w="12700">
            <a:solidFill>
              <a:srgbClr val="A9B9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62672" y="22402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62672" y="25603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A6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~/.claude/skills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2057400"/>
            <a:ext cx="2240280" cy="1097280"/>
          </a:xfrm>
          <a:prstGeom prst="roundRect">
            <a:avLst>
              <a:gd name="adj" fmla="val 10000"/>
            </a:avLst>
          </a:prstGeom>
          <a:solidFill>
            <a:srgbClr val="FFFBF2"/>
          </a:solidFill>
          <a:ln w="9525">
            <a:solidFill>
              <a:srgbClr val="D9D1B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0" y="23134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95A8B5">
              <a:alpha val="55000"/>
            </a:srgbClr>
          </a:solidFill>
          <a:ln w="12700">
            <a:solidFill>
              <a:srgbClr val="95A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85832" y="22402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85832" y="25603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A6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~/.codex/skills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49440" y="3337560"/>
            <a:ext cx="2240280" cy="1097280"/>
          </a:xfrm>
          <a:prstGeom prst="roundRect">
            <a:avLst>
              <a:gd name="adj" fmla="val 10000"/>
            </a:avLst>
          </a:prstGeom>
          <a:solidFill>
            <a:srgbClr val="FFFBF2"/>
          </a:solidFill>
          <a:ln w="9525">
            <a:solidFill>
              <a:srgbClr val="D9D1B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78040" y="359359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9A292">
              <a:alpha val="55000"/>
            </a:srgbClr>
          </a:solidFill>
          <a:ln w="12700">
            <a:solidFill>
              <a:srgbClr val="C9A29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62672" y="35204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 CLI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62672" y="38404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A6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~/.gemini/GEMINI.md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372600" y="3337560"/>
            <a:ext cx="2240280" cy="1097280"/>
          </a:xfrm>
          <a:prstGeom prst="roundRect">
            <a:avLst>
              <a:gd name="adj" fmla="val 10000"/>
            </a:avLst>
          </a:prstGeom>
          <a:solidFill>
            <a:srgbClr val="FFFBF2"/>
          </a:solidFill>
          <a:ln w="9525">
            <a:solidFill>
              <a:srgbClr val="D9D1B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601200" y="359359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B09FAB">
              <a:alpha val="55000"/>
            </a:srgbClr>
          </a:solidFill>
          <a:ln w="12700">
            <a:solidFill>
              <a:srgbClr val="B09F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85832" y="35204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Qoder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85832" y="38404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A6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~/.qoder/skills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49440" y="4617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四个工具 · 四套目录 · 一个痛点：复制粘贴。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skim · 技能版本管理器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9A9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K I M   是 什 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一个技能库，跑遍所有 Agent。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灵感来自 pnpm 的全局 store 和 conda 的 env：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一份规范的技能源文件，多个可切换的环境，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一条命令就把环境部署到每个支持的 Agent。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321040" y="2148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A9B9A4">
              <a:alpha val="55000"/>
            </a:srgbClr>
          </a:solidFill>
          <a:ln w="12700">
            <a:solidFill>
              <a:srgbClr val="A9B9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0684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 nvm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00684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按需切换，不冲突。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321040" y="3246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95A8B5">
              <a:alpha val="55000"/>
            </a:srgbClr>
          </a:solidFill>
          <a:ln w="12700">
            <a:solidFill>
              <a:srgbClr val="95A8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0684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 pnpm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00684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共享一份源，不重复。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321040" y="4343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9A292">
              <a:alpha val="55000"/>
            </a:srgbClr>
          </a:solidFill>
          <a:ln w="12700">
            <a:solidFill>
              <a:srgbClr val="C9A2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06840" y="4297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 conda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006840" y="4663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多环境并存，按场景激活。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5212080"/>
            <a:ext cx="73152" cy="914400"/>
          </a:xfrm>
          <a:prstGeom prst="rect">
            <a:avLst/>
          </a:prstGeom>
          <a:solidFill>
            <a:srgbClr val="A9B9A4"/>
          </a:solidFill>
          <a:ln w="12700">
            <a:solidFill>
              <a:srgbClr val="A9B9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212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一处管理，随处部署。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8680" y="5623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管一份技能库，让每个代理都用同一份最新版本。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skim · 技能版本管理器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9A9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步 走   ·   F O U R   V E R B 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四个动作，覆盖整个流程。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BF2"/>
          </a:solidFill>
          <a:ln w="9525">
            <a:solidFill>
              <a:srgbClr val="D9D1B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31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A9B9A4">
              <a:alpha val="55000"/>
            </a:srgbClr>
          </a:solidFill>
          <a:ln w="12700">
            <a:solidFill>
              <a:srgbClr val="A9B9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0" y="2286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48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45920" y="2331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  Collect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2788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扫描现有 Agent 的技能，汇聚到全局 store。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3383280"/>
            <a:ext cx="4754880" cy="438912"/>
          </a:xfrm>
          <a:prstGeom prst="roundRect">
            <a:avLst>
              <a:gd name="adj" fmla="val 16667"/>
            </a:avLst>
          </a:prstGeom>
          <a:solidFill>
            <a:srgbClr val="EDE4D0"/>
          </a:solidFill>
          <a:ln w="6350">
            <a:solidFill>
              <a:srgbClr val="D9D1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38328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skim init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20116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BF2"/>
          </a:solidFill>
          <a:ln w="9525">
            <a:solidFill>
              <a:srgbClr val="D9D1B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2331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95A8B5">
              <a:alpha val="55000"/>
            </a:srgbClr>
          </a:solidFill>
          <a:ln w="12700">
            <a:solidFill>
              <a:srgbClr val="95A8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44200" y="2286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48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269480" y="2331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分组  Group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269480" y="2788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把技能归入环境：work、research、weekend-hack。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3383280"/>
            <a:ext cx="4754880" cy="438912"/>
          </a:xfrm>
          <a:prstGeom prst="roundRect">
            <a:avLst>
              <a:gd name="adj" fmla="val 16667"/>
            </a:avLst>
          </a:prstGeom>
          <a:solidFill>
            <a:srgbClr val="EDE4D0"/>
          </a:solidFill>
          <a:ln w="6350">
            <a:solidFill>
              <a:srgbClr val="D9D1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338328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skim env create work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2519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BF2"/>
          </a:solidFill>
          <a:ln w="9525">
            <a:solidFill>
              <a:srgbClr val="D9D1B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60120" y="4572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9A292">
              <a:alpha val="55000"/>
            </a:srgbClr>
          </a:solidFill>
          <a:ln w="12700">
            <a:solidFill>
              <a:srgbClr val="C9A2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4526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48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45920" y="4572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  Activate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45920" y="5029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一条命令部署到所有启用的 Agent，随时回滚。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60120" y="5623560"/>
            <a:ext cx="4754880" cy="438912"/>
          </a:xfrm>
          <a:prstGeom prst="roundRect">
            <a:avLst>
              <a:gd name="adj" fmla="val 16667"/>
            </a:avLst>
          </a:prstGeom>
          <a:solidFill>
            <a:srgbClr val="EDE4D0"/>
          </a:solidFill>
          <a:ln w="6350">
            <a:solidFill>
              <a:srgbClr val="D9D1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562356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skim activate work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42519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BF2"/>
          </a:solidFill>
          <a:ln w="9525">
            <a:solidFill>
              <a:srgbClr val="D9D1B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83680" y="4572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B09FAB">
              <a:alpha val="55000"/>
            </a:srgbClr>
          </a:solidFill>
          <a:ln w="12700">
            <a:solidFill>
              <a:srgbClr val="B09F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44200" y="4526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48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69480" y="4572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  Share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269480" y="5029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把环境打包成压缩包，换台机器解包即用。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83680" y="5623560"/>
            <a:ext cx="4754880" cy="438912"/>
          </a:xfrm>
          <a:prstGeom prst="roundRect">
            <a:avLst>
              <a:gd name="adj" fmla="val 16667"/>
            </a:avLst>
          </a:prstGeom>
          <a:solidFill>
            <a:srgbClr val="EDE4D0"/>
          </a:solidFill>
          <a:ln w="6350">
            <a:solidFill>
              <a:srgbClr val="D9D1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562356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skim pack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skim · 技能版本管理器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9A9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 据 流   ·   S T O R E   →   E N V   →   A G E N 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全局存储 → 环境 → Agent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448" y="210312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BF2"/>
          </a:solidFill>
          <a:ln w="9525">
            <a:solidFill>
              <a:srgbClr val="D9D1B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3768" y="23774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A9B9A4">
              <a:alpha val="55000"/>
            </a:srgbClr>
          </a:solidFill>
          <a:ln w="12700">
            <a:solidFill>
              <a:srgbClr val="A9B9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3848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 Store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3848" y="27614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~/.skim/store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83768" y="3337560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FBF6EA"/>
          </a:solidFill>
          <a:ln w="6350">
            <a:solidFill>
              <a:srgbClr val="D9D1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0928" y="3337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A6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demo-skill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83768" y="3794760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FBF6EA"/>
          </a:solidFill>
          <a:ln w="6350">
            <a:solidFill>
              <a:srgbClr val="D9D1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0928" y="3794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A6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prompt-pack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83768" y="4251960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FBF6EA"/>
          </a:solidFill>
          <a:ln w="6350">
            <a:solidFill>
              <a:srgbClr val="D9D1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0928" y="4251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A6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reviewer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04208" y="210312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BF2"/>
          </a:solidFill>
          <a:ln w="9525">
            <a:solidFill>
              <a:srgbClr val="D9D1B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78528" y="23774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95A8B5">
              <a:alpha val="55000"/>
            </a:srgbClr>
          </a:solidFill>
          <a:ln w="12700">
            <a:solidFill>
              <a:srgbClr val="95A8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18608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 Envs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18608" y="27614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~/.skim/envs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78528" y="3337560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FBF6EA"/>
          </a:solidFill>
          <a:ln w="6350">
            <a:solidFill>
              <a:srgbClr val="D9D1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5688" y="3337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A6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base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78528" y="3794760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E9D8CC"/>
          </a:solidFill>
          <a:ln w="12700">
            <a:solidFill>
              <a:srgbClr val="C9A29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5688" y="3794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work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78528" y="4251960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FBF6EA"/>
          </a:solidFill>
          <a:ln w="6350">
            <a:solidFill>
              <a:srgbClr val="D9D1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5688" y="4251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A6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research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98968" y="210312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BF2"/>
          </a:solidFill>
          <a:ln w="9525">
            <a:solidFill>
              <a:srgbClr val="D9D1B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73288" y="23774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9A292">
              <a:alpha val="55000"/>
            </a:srgbClr>
          </a:solidFill>
          <a:ln w="12700">
            <a:solidFill>
              <a:srgbClr val="C9A29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13368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13368" y="27614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已部署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473288" y="3337560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FBF6EA"/>
          </a:solidFill>
          <a:ln w="6350">
            <a:solidFill>
              <a:srgbClr val="D9D1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10448" y="3337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A6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~/.claude/skills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473288" y="3794760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FBF6EA"/>
          </a:solidFill>
          <a:ln w="6350">
            <a:solidFill>
              <a:srgbClr val="D9D1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10448" y="3794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A6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~/.codex/skills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473288" y="4251960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FBF6EA"/>
          </a:solidFill>
          <a:ln w="6350">
            <a:solidFill>
              <a:srgbClr val="D9D1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10448" y="4251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A6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~/.qoder/skills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473288" y="4709160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FBF6EA"/>
          </a:solidFill>
          <a:ln w="6350">
            <a:solidFill>
              <a:srgbClr val="D9D1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10448" y="4709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A6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~/.gemini/GEMINI.md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065880" y="3657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860640" y="3657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激活一个环境 = 把该环境里的每个技能链接到每个启用的 Agent；停用则干净地回滚。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skim · 技能版本管理器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9A9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 队 协 作   ·   F O R   T E A M 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同一套技能，每位队友。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BF2"/>
          </a:solidFill>
          <a:ln w="9525">
            <a:solidFill>
              <a:srgbClr val="D9D1B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0428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A9B9A4">
              <a:alpha val="55000"/>
            </a:srgbClr>
          </a:solidFill>
          <a:ln w="12700">
            <a:solidFill>
              <a:srgbClr val="A9B9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3042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  职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27614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第一天，同款技能栈。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21868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新同学装好 skim，解包团队 tar.gz，Claude / Codex / Gemini 立刻对齐。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0116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BF2"/>
          </a:solidFill>
          <a:ln w="9525">
            <a:solidFill>
              <a:srgbClr val="D9D1B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30428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95A8B5">
              <a:alpha val="55000"/>
            </a:srgbClr>
          </a:solidFill>
          <a:ln w="12700">
            <a:solidFill>
              <a:srgbClr val="95A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3042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更新同步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0" y="27614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改一处，所有人同步。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0" y="321868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架构师更新了 reviewer 提示，重新 pack；队友一条命令 --force 覆盖。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BF2"/>
          </a:solidFill>
          <a:ln w="9525">
            <a:solidFill>
              <a:srgbClr val="D9D1B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54456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C9A292">
              <a:alpha val="55000"/>
            </a:srgbClr>
          </a:solidFill>
          <a:ln w="12700">
            <a:solidFill>
              <a:srgbClr val="C9A2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5445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角色切换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50017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前端与平台，一键切换。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60120" y="545896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frontend 环境与 platform 环境并存；换岗位就换环境，Agent 跟着切。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2519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BF2"/>
          </a:solidFill>
          <a:ln w="9525">
            <a:solidFill>
              <a:srgbClr val="D9D1B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54456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B09FAB">
              <a:alpha val="55000"/>
            </a:srgbClr>
          </a:solidFill>
          <a:ln w="12700">
            <a:solidFill>
              <a:srgbClr val="B09F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5445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客户隔离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50017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一台电脑，多个客户。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83680" y="545896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为每个客户打包独立 skim 环境，切换客户时 Agent 的行为整体切换。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skim · 技能版本管理器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9A9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 令 清 单   ·   C O M M A N D 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九个命令，覆盖日常。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14400" y="2057400"/>
            <a:ext cx="10332720" cy="4160520"/>
          </a:xfrm>
          <a:prstGeom prst="roundRect">
            <a:avLst>
              <a:gd name="adj" fmla="val 2637"/>
            </a:avLst>
          </a:prstGeom>
          <a:solidFill>
            <a:srgbClr val="FFFBF2"/>
          </a:solidFill>
          <a:ln w="9525">
            <a:solidFill>
              <a:srgbClr val="D9D1B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23544" y="2066544"/>
            <a:ext cx="10314432" cy="411480"/>
          </a:xfrm>
          <a:prstGeom prst="rect">
            <a:avLst/>
          </a:prstGeom>
          <a:solidFill>
            <a:srgbClr val="ECE4D0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185416"/>
            <a:ext cx="164592" cy="164592"/>
          </a:xfrm>
          <a:prstGeom prst="ellipse">
            <a:avLst/>
          </a:prstGeom>
          <a:solidFill>
            <a:srgbClr val="E07E6B"/>
          </a:solidFill>
          <a:ln w="12700">
            <a:solidFill>
              <a:srgbClr val="E07E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2185416"/>
            <a:ext cx="164592" cy="164592"/>
          </a:xfrm>
          <a:prstGeom prst="ellipse">
            <a:avLst/>
          </a:prstGeom>
          <a:solidFill>
            <a:srgbClr val="D9B36A"/>
          </a:solidFill>
          <a:ln w="12700">
            <a:solidFill>
              <a:srgbClr val="D9B3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2185416"/>
            <a:ext cx="164592" cy="164592"/>
          </a:xfrm>
          <a:prstGeom prst="ellipse">
            <a:avLst/>
          </a:prstGeom>
          <a:solidFill>
            <a:srgbClr val="8FB38F"/>
          </a:solidFill>
          <a:ln w="12700">
            <a:solidFill>
              <a:srgbClr val="8FB3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20939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~/projects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26060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skim init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26480" y="26060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 ~/.skim，快照当前 Agent 的技能到 base 环境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280160" y="2971800"/>
            <a:ext cx="9601200" cy="0"/>
          </a:xfrm>
          <a:prstGeom prst="line">
            <a:avLst/>
          </a:prstGeom>
          <a:noFill/>
          <a:ln w="6350">
            <a:solidFill>
              <a:srgbClr val="D9D1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29900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skim add ./my-skill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26480" y="29900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把技能加入全局 store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280160" y="3355848"/>
            <a:ext cx="9601200" cy="0"/>
          </a:xfrm>
          <a:prstGeom prst="line">
            <a:avLst/>
          </a:prstGeom>
          <a:noFill/>
          <a:ln w="6350">
            <a:solidFill>
              <a:srgbClr val="D9D1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337413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skim install -t qoder ./my-skill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26480" y="337413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 store 并只部署到指定 Agent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280160" y="3739896"/>
            <a:ext cx="9601200" cy="0"/>
          </a:xfrm>
          <a:prstGeom prst="line">
            <a:avLst/>
          </a:prstGeom>
          <a:noFill/>
          <a:ln w="6350">
            <a:solidFill>
              <a:srgbClr val="D9D1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37581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skim env create work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26480" y="37581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创建一个命名环境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280160" y="4123944"/>
            <a:ext cx="9601200" cy="0"/>
          </a:xfrm>
          <a:prstGeom prst="line">
            <a:avLst/>
          </a:prstGeom>
          <a:noFill/>
          <a:ln w="6350">
            <a:solidFill>
              <a:srgbClr val="D9D1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41422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skim skill enable my-skill --env work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26480" y="41422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把技能加入环境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280160" y="4507992"/>
            <a:ext cx="9601200" cy="0"/>
          </a:xfrm>
          <a:prstGeom prst="line">
            <a:avLst/>
          </a:prstGeom>
          <a:noFill/>
          <a:ln w="6350">
            <a:solidFill>
              <a:srgbClr val="D9D1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0" y="45262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skim activate work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26480" y="45262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把环境部署到每个启用的 Agent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280160" y="4892040"/>
            <a:ext cx="9601200" cy="0"/>
          </a:xfrm>
          <a:prstGeom prst="line">
            <a:avLst/>
          </a:prstGeom>
          <a:noFill/>
          <a:ln w="6350">
            <a:solidFill>
              <a:srgbClr val="D9D1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0160" y="49103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skim deactivate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26480" y="49103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干净地移除被 skim 管理的技能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280160" y="5276088"/>
            <a:ext cx="9601200" cy="0"/>
          </a:xfrm>
          <a:prstGeom prst="line">
            <a:avLst/>
          </a:prstGeom>
          <a:noFill/>
          <a:ln w="6350">
            <a:solidFill>
              <a:srgbClr val="D9D1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0160" y="529437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skim pack --env work -o work.tar.gz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126480" y="529437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导出环境 + 依赖技能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280160" y="5660136"/>
            <a:ext cx="9601200" cy="0"/>
          </a:xfrm>
          <a:prstGeom prst="line">
            <a:avLst/>
          </a:prstGeom>
          <a:noFill/>
          <a:ln w="6350">
            <a:solidFill>
              <a:srgbClr val="D9D1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80160" y="567842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skim unpack work.tar.gz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126480" y="567842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在另一台机器上导入环境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skim · 技能版本管理器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9A9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 持 的 A G E N T   ·   S U P P O R T E 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在你已经用的工具里工作。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80848" y="2286000"/>
            <a:ext cx="2103120" cy="2194560"/>
          </a:xfrm>
          <a:prstGeom prst="roundRect">
            <a:avLst>
              <a:gd name="adj" fmla="val 5217"/>
            </a:avLst>
          </a:prstGeom>
          <a:solidFill>
            <a:srgbClr val="FFFBF2"/>
          </a:solidFill>
          <a:ln w="9525">
            <a:solidFill>
              <a:srgbClr val="D9D1B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0928" y="2651760"/>
            <a:ext cx="822960" cy="822960"/>
          </a:xfrm>
          <a:prstGeom prst="ellipse">
            <a:avLst/>
          </a:prstGeom>
          <a:solidFill>
            <a:srgbClr val="A9B9A4">
              <a:alpha val="55000"/>
            </a:srgbClr>
          </a:solidFill>
          <a:ln w="12700">
            <a:solidFill>
              <a:srgbClr val="A9B9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0928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18008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8008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48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~/.claude/skills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12568" y="2286000"/>
            <a:ext cx="2103120" cy="2194560"/>
          </a:xfrm>
          <a:prstGeom prst="roundRect">
            <a:avLst>
              <a:gd name="adj" fmla="val 5217"/>
            </a:avLst>
          </a:prstGeom>
          <a:solidFill>
            <a:srgbClr val="FFFBF2"/>
          </a:solidFill>
          <a:ln w="9525">
            <a:solidFill>
              <a:srgbClr val="D9D1B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2648" y="2651760"/>
            <a:ext cx="822960" cy="822960"/>
          </a:xfrm>
          <a:prstGeom prst="ellipse">
            <a:avLst/>
          </a:prstGeom>
          <a:solidFill>
            <a:srgbClr val="95A8B5">
              <a:alpha val="55000"/>
            </a:srgbClr>
          </a:solidFill>
          <a:ln w="12700">
            <a:solidFill>
              <a:srgbClr val="95A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2648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849728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49728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48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~/.codex/skills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44288" y="2286000"/>
            <a:ext cx="2103120" cy="2194560"/>
          </a:xfrm>
          <a:prstGeom prst="roundRect">
            <a:avLst>
              <a:gd name="adj" fmla="val 5217"/>
            </a:avLst>
          </a:prstGeom>
          <a:solidFill>
            <a:srgbClr val="FFFBF2"/>
          </a:solidFill>
          <a:ln w="9525">
            <a:solidFill>
              <a:srgbClr val="D9D1B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84368" y="2651760"/>
            <a:ext cx="822960" cy="822960"/>
          </a:xfrm>
          <a:prstGeom prst="ellipse">
            <a:avLst/>
          </a:prstGeom>
          <a:solidFill>
            <a:srgbClr val="C9A292">
              <a:alpha val="55000"/>
            </a:srgbClr>
          </a:solidFill>
          <a:ln w="12700">
            <a:solidFill>
              <a:srgbClr val="C9A2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84368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181448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 CLI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81448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48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~/.gemini/GEMINI.md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76008" y="2286000"/>
            <a:ext cx="2103120" cy="2194560"/>
          </a:xfrm>
          <a:prstGeom prst="roundRect">
            <a:avLst>
              <a:gd name="adj" fmla="val 5217"/>
            </a:avLst>
          </a:prstGeom>
          <a:solidFill>
            <a:srgbClr val="FFFBF2"/>
          </a:solidFill>
          <a:ln w="9525">
            <a:solidFill>
              <a:srgbClr val="D9D1B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16088" y="2651760"/>
            <a:ext cx="822960" cy="822960"/>
          </a:xfrm>
          <a:prstGeom prst="ellipse">
            <a:avLst/>
          </a:prstGeom>
          <a:solidFill>
            <a:srgbClr val="B09FAB">
              <a:alpha val="55000"/>
            </a:srgbClr>
          </a:solidFill>
          <a:ln w="12700">
            <a:solidFill>
              <a:srgbClr val="B09F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16088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513168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Qoder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13168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48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~/.qoder/skills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707728" y="2286000"/>
            <a:ext cx="2103120" cy="2194560"/>
          </a:xfrm>
          <a:prstGeom prst="roundRect">
            <a:avLst>
              <a:gd name="adj" fmla="val 5217"/>
            </a:avLst>
          </a:prstGeom>
          <a:solidFill>
            <a:srgbClr val="FFFBF2"/>
          </a:solidFill>
          <a:ln w="9525">
            <a:solidFill>
              <a:srgbClr val="D9D1B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347808" y="2651760"/>
            <a:ext cx="822960" cy="822960"/>
          </a:xfrm>
          <a:prstGeom prst="ellipse">
            <a:avLst/>
          </a:prstGeom>
          <a:solidFill>
            <a:srgbClr val="C8B585">
              <a:alpha val="55000"/>
            </a:srgbClr>
          </a:solidFill>
          <a:ln w="12700">
            <a:solidFill>
              <a:srgbClr val="C8B5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47808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844888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QoderWork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44888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48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~/.qoder-work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策略可选：symlink · hardlink · copy。默认 symlink，保持源与部署点同步。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skim · 技能版本管理器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F3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128016" cy="128016"/>
          </a:xfrm>
          <a:prstGeom prst="ellipse">
            <a:avLst/>
          </a:prstGeom>
          <a:solidFill>
            <a:srgbClr val="A9B9A4"/>
          </a:solidFill>
          <a:ln w="12700">
            <a:solidFill>
              <a:srgbClr val="A9B9A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68680"/>
            <a:ext cx="128016" cy="128016"/>
          </a:xfrm>
          <a:prstGeom prst="ellipse">
            <a:avLst/>
          </a:prstGeom>
          <a:solidFill>
            <a:srgbClr val="95A8B5"/>
          </a:solidFill>
          <a:ln w="12700">
            <a:solidFill>
              <a:srgbClr val="95A8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868680"/>
            <a:ext cx="128016" cy="128016"/>
          </a:xfrm>
          <a:prstGeom prst="ellipse">
            <a:avLst/>
          </a:prstGeom>
          <a:solidFill>
            <a:srgbClr val="C9A292"/>
          </a:solidFill>
          <a:ln w="12700">
            <a:solidFill>
              <a:srgbClr val="C9A29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3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开始用 skim。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9B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一条命令，装上。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7772400" cy="685800"/>
          </a:xfrm>
          <a:prstGeom prst="roundRect">
            <a:avLst>
              <a:gd name="adj" fmla="val 16000"/>
            </a:avLst>
          </a:prstGeom>
          <a:solidFill>
            <a:srgbClr val="263029"/>
          </a:solidFill>
          <a:ln w="9525">
            <a:solidFill>
              <a:srgbClr val="4A54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4290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ECD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go install github.com/FanBB2333/skim/cmd/skim@latest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项目地址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ECD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github.com/FanBB2333/skim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5120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5120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ECD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web/ 内，使用 Vite + React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623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5623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ECD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76895" y="5852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BFB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076895" y="6309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skim · skill version manager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skim · 介绍</dc:title>
  <dc:subject>PptxGenJS Presentation</dc:subject>
  <dc:creator>skim</dc:creator>
  <cp:lastModifiedBy>skim</cp:lastModifiedBy>
  <cp:revision>1</cp:revision>
  <dcterms:created xsi:type="dcterms:W3CDTF">2026-04-23T07:31:10Z</dcterms:created>
  <dcterms:modified xsi:type="dcterms:W3CDTF">2026-04-23T07:31:10Z</dcterms:modified>
</cp:coreProperties>
</file>